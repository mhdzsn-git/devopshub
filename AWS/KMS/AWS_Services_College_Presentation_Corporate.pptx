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Services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Lambda • API Gateway • KMS • SQS • Amazon MQ • Secrets Manager • WAF • Systems Manager Parameter Store</a:t>
            </a:r>
          </a:p>
          <a:p>
            <a:r>
              <a:t>Prepared for College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1. AWS Lambda</a:t>
            </a:r>
          </a:p>
          <a:p>
            <a:pPr>
              <a:defRPr sz="2200"/>
            </a:pPr>
            <a:r>
              <a:t>2. Amazon API Gateway</a:t>
            </a:r>
          </a:p>
          <a:p>
            <a:pPr>
              <a:defRPr sz="2200"/>
            </a:pPr>
            <a:r>
              <a:t>3. AWS KMS</a:t>
            </a:r>
          </a:p>
          <a:p>
            <a:pPr>
              <a:defRPr sz="2200"/>
            </a:pPr>
            <a:r>
              <a:t>4. Amazon SQS</a:t>
            </a:r>
          </a:p>
          <a:p>
            <a:pPr>
              <a:defRPr sz="2200"/>
            </a:pPr>
            <a:r>
              <a:t>5. Amazon MQ</a:t>
            </a:r>
          </a:p>
          <a:p>
            <a:pPr>
              <a:defRPr sz="2200"/>
            </a:pPr>
            <a:r>
              <a:t>6. AWS Secrets Manager</a:t>
            </a:r>
          </a:p>
          <a:p>
            <a:pPr>
              <a:defRPr sz="2200"/>
            </a:pPr>
            <a:r>
              <a:t>7. AWS WAF</a:t>
            </a:r>
          </a:p>
          <a:p>
            <a:pPr>
              <a:defRPr sz="2200"/>
            </a:pPr>
            <a:r>
              <a:t>8. AWS Systems Manager Parameter Store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Lambda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Serverless compute service that runs code without managing servers.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Lambda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Lambda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 &amp; Features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Invocation Flow</a:t>
            </a:r>
          </a:p>
          <a:p>
            <a:pPr>
              <a:defRPr sz="2200"/>
            </a:pPr>
            <a:r>
              <a:t>Step 4: Use Cases</a:t>
            </a:r>
          </a:p>
          <a:p>
            <a:pPr>
              <a:defRPr sz="2200"/>
            </a:pPr>
            <a:r>
              <a:t>Step 5: Demo Steps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Lambda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Managed service to create, publish and secure APIs.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API Gateway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Amazon API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API Gateway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Request Flow</a:t>
            </a:r>
          </a:p>
          <a:p>
            <a:pPr>
              <a:defRPr sz="2200"/>
            </a:pPr>
            <a:r>
              <a:t>Step 4: API Types</a:t>
            </a:r>
          </a:p>
          <a:p>
            <a:pPr>
              <a:defRPr sz="2200"/>
            </a:pPr>
            <a:r>
              <a:t>Step 5: Use Cases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API Gateway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KMS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Managed encryption key service.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KMS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KMS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KMS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Encryption Flow</a:t>
            </a:r>
          </a:p>
          <a:p>
            <a:pPr>
              <a:defRPr sz="2200"/>
            </a:pPr>
            <a:r>
              <a:t>Step 4: Key Types</a:t>
            </a:r>
          </a:p>
          <a:p>
            <a:pPr>
              <a:defRPr sz="2200"/>
            </a:pPr>
            <a:r>
              <a:t>Step 5: Use Cases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KMS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SQS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Fully managed message queue.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SQS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Amazon SQS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SQS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Message Flow</a:t>
            </a:r>
          </a:p>
          <a:p>
            <a:pPr>
              <a:defRPr sz="2200"/>
            </a:pPr>
            <a:r>
              <a:t>Step 4: Standard vs FIFO</a:t>
            </a:r>
          </a:p>
          <a:p>
            <a:pPr>
              <a:defRPr sz="2200"/>
            </a:pPr>
            <a:r>
              <a:t>Step 5: Use Cases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SQS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MQ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Managed message broker supporting ActiveMQ/RabbitMQ.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MQ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Amazon MQ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MQ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Messaging Flow</a:t>
            </a:r>
          </a:p>
          <a:p>
            <a:pPr>
              <a:defRPr sz="2200"/>
            </a:pPr>
            <a:r>
              <a:t>Step 4: When to use MQ vs SQS</a:t>
            </a:r>
          </a:p>
          <a:p>
            <a:pPr>
              <a:defRPr sz="2200"/>
            </a:pPr>
            <a:r>
              <a:t>Step 5: Use Cases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Amazon MQ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Secrets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Secure storage for secrets with rotation.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Secrets Manager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Secrets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Secrets Manager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Secret Retrieval Flow</a:t>
            </a:r>
          </a:p>
          <a:p>
            <a:pPr>
              <a:defRPr sz="2200"/>
            </a:pPr>
            <a:r>
              <a:t>Step 4: Rotation</a:t>
            </a:r>
          </a:p>
          <a:p>
            <a:pPr>
              <a:defRPr sz="2200"/>
            </a:pPr>
            <a:r>
              <a:t>Step 5: Use Cases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Secrets Manager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WAF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Web Application Firewall protecting applications.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WAF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WAF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Request Inspection Flow</a:t>
            </a:r>
          </a:p>
          <a:p>
            <a:pPr>
              <a:defRPr sz="2200"/>
            </a:pPr>
            <a:r>
              <a:t>Step 4: Rules</a:t>
            </a:r>
          </a:p>
          <a:p>
            <a:pPr>
              <a:defRPr sz="2200"/>
            </a:pPr>
            <a:r>
              <a:t>Step 5: Use Cases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WAF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Systems Manager Parameter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Definition: Secure configuration and parameter storage.</a:t>
            </a:r>
          </a:p>
          <a:p>
            <a:pPr>
              <a:defRPr sz="2200"/>
            </a:pPr>
            <a:r>
              <a:t>Key Features: Highly available, scalable, managed by AWS.</a:t>
            </a:r>
          </a:p>
          <a:p>
            <a:pPr>
              <a:defRPr sz="2200"/>
            </a:pPr>
            <a:r>
              <a:t>Exam Tip: Know when to use this service.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Systems Manager Parameter Store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79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Systems Manager Parameter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Explain the architecture diagram from left to right. Describe how requests flow through the service to the backend.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Systems Manager Parameter Store -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Step 1: Definition</a:t>
            </a:r>
          </a:p>
          <a:p>
            <a:pPr>
              <a:defRPr sz="2200"/>
            </a:pPr>
            <a:r>
              <a:t>Step 2: Architecture</a:t>
            </a:r>
          </a:p>
          <a:p>
            <a:pPr>
              <a:defRPr sz="2200"/>
            </a:pPr>
            <a:r>
              <a:t>Step 3: Parameter Retrieval</a:t>
            </a:r>
          </a:p>
          <a:p>
            <a:pPr>
              <a:defRPr sz="2200"/>
            </a:pPr>
            <a:r>
              <a:t>Step 4: Parameter Types</a:t>
            </a:r>
          </a:p>
          <a:p>
            <a:pPr>
              <a:defRPr sz="2200"/>
            </a:pPr>
            <a:r>
              <a:t>Step 5: Use Cases</a:t>
            </a:r>
          </a:p>
          <a:p>
            <a:pPr>
              <a:defRPr sz="2200"/>
            </a:pPr>
            <a:r>
              <a:t>Step 6: Best Practices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AWS Systems Manager Parameter Store Practical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Real-world business scenarios</a:t>
            </a:r>
          </a:p>
          <a:p>
            <a:pPr>
              <a:defRPr sz="2200"/>
            </a:pPr>
            <a:r>
              <a:t>• Advantages</a:t>
            </a:r>
          </a:p>
          <a:p>
            <a:pPr>
              <a:defRPr sz="2200"/>
            </a:pPr>
            <a:r>
              <a:t>• Limitations</a:t>
            </a:r>
          </a:p>
          <a:p>
            <a:pPr>
              <a:defRPr sz="2200"/>
            </a:pPr>
            <a:r>
              <a:t>• Interview questions</a:t>
            </a:r>
          </a:p>
          <a:p>
            <a:pPr>
              <a:defRPr sz="2200"/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Important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Lambda vs EC2</a:t>
            </a:r>
          </a:p>
          <a:p>
            <a:pPr>
              <a:defRPr sz="2200"/>
            </a:pPr>
            <a:r>
              <a:t>API Gateway vs Load Balancer</a:t>
            </a:r>
          </a:p>
          <a:p>
            <a:pPr>
              <a:defRPr sz="2200"/>
            </a:pPr>
            <a:r>
              <a:t>SQS vs Amazon MQ</a:t>
            </a:r>
          </a:p>
          <a:p>
            <a:pPr>
              <a:defRPr sz="2200"/>
            </a:pPr>
            <a:r>
              <a:t>KMS vs Secrets Manager vs Parameter Store</a:t>
            </a:r>
          </a:p>
          <a:p>
            <a:pPr>
              <a:defRPr sz="2200"/>
            </a:pPr>
            <a:r>
              <a:t>WAF vs Security Groups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Thank you!</a:t>
            </a:r>
          </a:p>
          <a:p>
            <a:pPr>
              <a:defRPr sz="2200"/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